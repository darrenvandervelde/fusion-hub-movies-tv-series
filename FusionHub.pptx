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11E86-2B4D-B1F3-24BA-75BC429B99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4B2907-159F-FF4E-5025-327C58A387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1E2C1-D5AC-D8FE-97FE-A1E2E3ED7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7B90-390B-41A7-9706-152B9CB46FB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B3C2E-19C0-BF71-D51E-609D4550B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4609C-1517-8561-D456-E13ACC5D4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6FDE2-26DA-46FE-8A30-E737303C9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96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F5BAA-644F-6F62-3162-D96DCAFE6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FE57F-23CC-AF22-1F1A-A3B8CC720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33406-E9A7-4E4F-87A1-9ABD8197E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7B90-390B-41A7-9706-152B9CB46FB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3D8EE-F314-AD43-3223-CFD61A679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553C3-B82C-8B25-309D-C41463274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6FDE2-26DA-46FE-8A30-E737303C9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225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7A21E-B720-A076-30BA-CBFBDEB50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6AAAE-54F4-2780-56FA-BFCCEBCB6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2D2C6-0DD4-F8D9-7416-16733D932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7B90-390B-41A7-9706-152B9CB46FB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88FE6-2918-4F4F-7D12-EF895174F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318FE-2ADA-88FF-023F-C08DAF4D2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6FDE2-26DA-46FE-8A30-E737303C9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10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E6220-3EA7-951B-BC65-2D7EB6A26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66990-BAFA-EA26-803A-F1ED0BD184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EA3FF5-423D-6AC5-81CB-2A4EFEC469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C1D4C-ACBC-7B05-3191-21B61A117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7B90-390B-41A7-9706-152B9CB46FB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801CD-7D1C-B27D-1C51-98E65BC2C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F66A71-FBE0-414D-6893-3DD015023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6FDE2-26DA-46FE-8A30-E737303C9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301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E0B2A-87D0-91FA-C660-0A376CE39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D34E7-5D81-E071-BD1A-DEF73361A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65E9AF-D963-FA5F-3C4C-FF394147F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3A728F-D459-CC0D-0CD1-62486D5E76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0DB906-F4FC-D15A-0F8E-60FF2F57FB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DB5678-7407-9F1E-18C5-0720C22C2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7B90-390B-41A7-9706-152B9CB46FB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807D3D-97B3-40B9-53E5-FC8089B6A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403172-61B6-6FF7-7A8A-F78DDF52B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6FDE2-26DA-46FE-8A30-E737303C9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43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045A2-762F-117D-5AAC-6C061FCB6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2A078A-7458-64BD-4A5C-A65E377A4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7B90-390B-41A7-9706-152B9CB46FB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80E135-7080-5C25-04B2-BDA236A38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5C3875-2331-3BAB-167C-039579ED1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6FDE2-26DA-46FE-8A30-E737303C9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886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B3658C-A581-829F-EAC4-5FF3FBBE4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7B90-390B-41A7-9706-152B9CB46FB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36AF2-6683-066C-3BDF-6A24B68EF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078E2-7EAC-C7B8-B6B9-8D57A8942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6FDE2-26DA-46FE-8A30-E737303C9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285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8971F-9DEF-76DD-6C11-EF366438A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A58A9-FA8B-8A89-8DB9-E44D25EDB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6FE5B9-62FE-88C5-058B-058928A9B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E1844D-3577-85FB-5DA9-43A075780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7B90-390B-41A7-9706-152B9CB46FB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236D30-FE01-9D46-A2C1-F1CDF5BD1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4B756-6606-4A27-41B4-22209E32B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6FDE2-26DA-46FE-8A30-E737303C9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140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C9B6E-757E-3B77-C53C-1ECA8DAF7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98E5A0-47C7-E78D-61E7-469B054AC6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5D2442-6987-8B69-DF3E-A9280066E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59D95F-EF2F-4979-FBF7-3A40B86D4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7B90-390B-41A7-9706-152B9CB46FB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CC8C6-DC89-9F72-1E77-598E1762F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37336-3C75-C626-0C66-5FAEA20C8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6FDE2-26DA-46FE-8A30-E737303C9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136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E731D-F791-C968-3BB1-1D7735DD2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23600C-D6B3-FE77-20A5-BA0A5B625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52E72-E136-983A-8CA1-BE80FEC07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7B90-390B-41A7-9706-152B9CB46FB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DACFA-5373-05C5-056B-2CE883823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6575B-3A4F-7A9F-9613-07E335250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6FDE2-26DA-46FE-8A30-E737303C9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820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6B53DA-988C-B23C-B58E-F2BEE39E0F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0F73E8-E614-4CCB-40D7-734DFB022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58577-955A-B9C2-AAD3-D3F1A6C85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57B90-390B-41A7-9706-152B9CB46FB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A38EC-3794-0D7C-4D9B-8A40ADEAE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E929E-2011-3937-B8CA-FB9F8983C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6FDE2-26DA-46FE-8A30-E737303C9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48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7462A1-5B03-8C6B-513E-AF2B52B49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931D5-C4C2-50FC-54C2-94AA9A3EE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42ABA-0B7C-31A6-949F-46A0FE7C98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057B90-390B-41A7-9706-152B9CB46FB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7B2E3-A2FB-0B96-D8B2-F8D0F43CA9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F813B-F729-775B-C4C2-CEFB316F81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F6FDE2-26DA-46FE-8A30-E737303C9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661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github.com/Darrenvandervelde/Fusion-Hub-Movies-TV-Serie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" name="Rectangle 1047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1FAF2-6114-BC76-EE05-49C437CFA2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4567137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/>
              <a:t>Fusion Hub </a:t>
            </a:r>
            <a:br>
              <a:rPr lang="en-US" sz="4400" b="1" dirty="0"/>
            </a:br>
            <a:r>
              <a:rPr lang="en-US" sz="4400" b="1" dirty="0"/>
              <a:t>Movies &amp; TV Series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93B95D-82D8-AD6D-61AD-8B8D16A6F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5277684"/>
            <a:ext cx="4620584" cy="775494"/>
          </a:xfrm>
        </p:spPr>
        <p:txBody>
          <a:bodyPr>
            <a:normAutofit/>
          </a:bodyPr>
          <a:lstStyle/>
          <a:p>
            <a:pPr algn="l"/>
            <a:r>
              <a:rPr lang="en-US" i="1" dirty="0"/>
              <a:t>Your Comprehensive Media Streaming Platform</a:t>
            </a:r>
            <a:r>
              <a:rPr lang="en-US" dirty="0"/>
              <a:t> </a:t>
            </a:r>
          </a:p>
        </p:txBody>
      </p:sp>
      <p:pic>
        <p:nvPicPr>
          <p:cNvPr id="10" name="Picture 10" descr="Red theatre curtains 26992172 Stock Photo at Vecteezy">
            <a:extLst>
              <a:ext uri="{FF2B5EF4-FFF2-40B4-BE49-F238E27FC236}">
                <a16:creationId xmlns:a16="http://schemas.microsoft.com/office/drawing/2014/main" id="{121EC832-D772-8594-5A75-09495C5C0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962" b="-1"/>
          <a:stretch>
            <a:fillRect/>
          </a:stretch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1001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8" name="Rectangle 2067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27BB16-5797-DD77-8BA3-F28256B3F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US" b="1" dirty="0"/>
              <a:t>Introduction</a:t>
            </a:r>
            <a:br>
              <a:rPr lang="en-US" b="1" dirty="0"/>
            </a:br>
            <a:endParaRPr lang="en-US" dirty="0"/>
          </a:p>
        </p:txBody>
      </p:sp>
      <p:pic>
        <p:nvPicPr>
          <p:cNvPr id="2058" name="Picture 10" descr="Red theatre curtains 26992172 Stock Photo at Vecteezy">
            <a:extLst>
              <a:ext uri="{FF2B5EF4-FFF2-40B4-BE49-F238E27FC236}">
                <a16:creationId xmlns:a16="http://schemas.microsoft.com/office/drawing/2014/main" id="{EA5FCB16-475F-7513-A5E7-F30302E42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466" b="-1"/>
          <a:stretch>
            <a:fillRect/>
          </a:stretch>
        </p:blipFill>
        <p:spPr bwMode="auto"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A5C56-D573-0FED-B821-33CAD0053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/>
              <a:t>Content:</a:t>
            </a:r>
            <a:r>
              <a:rPr lang="en-US" sz="2000"/>
              <a:t> </a:t>
            </a:r>
          </a:p>
          <a:p>
            <a:r>
              <a:rPr lang="en-US" sz="2000"/>
              <a:t>Overview: A media platform offering movies and TV series for seamless streaming.</a:t>
            </a:r>
          </a:p>
          <a:p>
            <a:r>
              <a:rPr lang="en-US" sz="2000"/>
              <a:t>Objective: Build a scalable, user-friendly service aggregating diverse content sources.</a:t>
            </a:r>
          </a:p>
          <a:p>
            <a:endParaRPr lang="en-US" sz="2000"/>
          </a:p>
        </p:txBody>
      </p:sp>
      <p:sp>
        <p:nvSpPr>
          <p:cNvPr id="4" name="AutoShape 2" descr="Page 3 | Stage Curtain Vector Art, Icons, and Graphics for Free Download">
            <a:extLst>
              <a:ext uri="{FF2B5EF4-FFF2-40B4-BE49-F238E27FC236}">
                <a16:creationId xmlns:a16="http://schemas.microsoft.com/office/drawing/2014/main" id="{52F8B770-5ACD-2457-2701-BC5E3756C2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 descr="Page 3 | Stage Curtain Vector Art, Icons, and Graphics for Free Download">
            <a:extLst>
              <a:ext uri="{FF2B5EF4-FFF2-40B4-BE49-F238E27FC236}">
                <a16:creationId xmlns:a16="http://schemas.microsoft.com/office/drawing/2014/main" id="{E2181F6B-27DE-A40E-2347-645ADEADC4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237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C97554-A598-DF2D-D225-2C60FF320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 b="1"/>
              <a:t>Project Details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DA75D-D2A8-7029-46DA-ACB93474D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Repository Link: </a:t>
            </a:r>
            <a:r>
              <a:rPr lang="en-US" sz="2000" dirty="0">
                <a:hlinkClick r:id="rId2" tooltip="null"/>
              </a:rPr>
              <a:t>GitHub Repo</a:t>
            </a:r>
            <a:endParaRPr lang="en-US" sz="2000" dirty="0"/>
          </a:p>
          <a:p>
            <a:r>
              <a:rPr lang="en-US" sz="2000" dirty="0"/>
              <a:t>Technologies Used:</a:t>
            </a:r>
          </a:p>
          <a:p>
            <a:pPr lvl="1"/>
            <a:r>
              <a:rPr lang="en-US" sz="2000" dirty="0"/>
              <a:t>Frontend: Html5 / CSS</a:t>
            </a:r>
          </a:p>
          <a:p>
            <a:pPr lvl="1"/>
            <a:r>
              <a:rPr lang="en-US" sz="2000" dirty="0"/>
              <a:t>Backend: Node.js / Express.js</a:t>
            </a:r>
          </a:p>
          <a:p>
            <a:pPr lvl="1"/>
            <a:r>
              <a:rPr lang="en-US" sz="2000" dirty="0"/>
              <a:t>Database: MongoDB / SQL</a:t>
            </a:r>
          </a:p>
          <a:p>
            <a:pPr lvl="1"/>
            <a:r>
              <a:rPr lang="en-US" sz="2000" dirty="0"/>
              <a:t>Additional tools: Web scraping, APIs</a:t>
            </a:r>
          </a:p>
          <a:p>
            <a:endParaRPr lang="en-US" sz="2000" dirty="0"/>
          </a:p>
        </p:txBody>
      </p:sp>
      <p:pic>
        <p:nvPicPr>
          <p:cNvPr id="4" name="Picture 10" descr="Red theatre curtains 26992172 Stock Photo at Vecteezy">
            <a:extLst>
              <a:ext uri="{FF2B5EF4-FFF2-40B4-BE49-F238E27FC236}">
                <a16:creationId xmlns:a16="http://schemas.microsoft.com/office/drawing/2014/main" id="{ABA0C7BF-A099-C57A-29E8-FC0BD588B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962" b="-1"/>
          <a:stretch>
            <a:fillRect/>
          </a:stretch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4357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CD19AF-FABE-E72C-8C71-809192FBD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US" b="1"/>
              <a:t>Features</a:t>
            </a:r>
            <a:br>
              <a:rPr lang="en-US" b="1"/>
            </a:br>
            <a:endParaRPr lang="en-US" dirty="0"/>
          </a:p>
        </p:txBody>
      </p:sp>
      <p:pic>
        <p:nvPicPr>
          <p:cNvPr id="4" name="Picture 10" descr="Red theatre curtains 26992172 Stock Photo at Vecteezy">
            <a:extLst>
              <a:ext uri="{FF2B5EF4-FFF2-40B4-BE49-F238E27FC236}">
                <a16:creationId xmlns:a16="http://schemas.microsoft.com/office/drawing/2014/main" id="{80CD4B30-0E51-55BF-AA9C-BC5E1E72A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466" b="-1"/>
          <a:stretch>
            <a:fillRect/>
          </a:stretch>
        </p:blipFill>
        <p:spPr bwMode="auto"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F47B0-4E33-C6CA-C983-76ECD6FF7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Content:</a:t>
            </a:r>
            <a:r>
              <a:rPr lang="en-US" sz="2000" dirty="0"/>
              <a:t> </a:t>
            </a:r>
          </a:p>
          <a:p>
            <a:r>
              <a:rPr lang="en-US" sz="2000" dirty="0"/>
              <a:t>Content Browsing by genre, popularity, year</a:t>
            </a:r>
          </a:p>
          <a:p>
            <a:r>
              <a:rPr lang="en-US" sz="2000" dirty="0"/>
              <a:t>Search Functionality</a:t>
            </a:r>
          </a:p>
          <a:p>
            <a:r>
              <a:rPr lang="en-US" sz="2000" dirty="0"/>
              <a:t>Detailed info pages (synopsis, cast, ratings)</a:t>
            </a:r>
          </a:p>
          <a:p>
            <a:r>
              <a:rPr lang="en-US" sz="2000" dirty="0"/>
              <a:t>Streaming Links</a:t>
            </a:r>
          </a:p>
          <a:p>
            <a:r>
              <a:rPr lang="en-US" sz="2000" dirty="0"/>
              <a:t>User Authentication &amp; Profiles</a:t>
            </a:r>
          </a:p>
          <a:p>
            <a:r>
              <a:rPr lang="en-US" sz="2000" dirty="0"/>
              <a:t>Favorites &amp; Watchlist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06437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4654A8-57E7-79FF-3E27-2130D3360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 b="1" dirty="0"/>
              <a:t>Additional Features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3AD11-DCF0-A6C9-DA7A-46D144253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/>
              <a:t>Content:</a:t>
            </a:r>
            <a:r>
              <a:rPr lang="en-US" sz="2000"/>
              <a:t> </a:t>
            </a:r>
          </a:p>
          <a:p>
            <a:r>
              <a:rPr lang="en-US" sz="2000"/>
              <a:t>Responsive Design for all devices</a:t>
            </a:r>
          </a:p>
          <a:p>
            <a:r>
              <a:rPr lang="en-US" sz="2000"/>
              <a:t>Admin Panel for content management</a:t>
            </a:r>
          </a:p>
          <a:p>
            <a:r>
              <a:rPr lang="en-US" sz="2000"/>
              <a:t>Content updates via scripts or APIs</a:t>
            </a:r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4" name="Picture 10" descr="Red theatre curtains 26992172 Stock Photo at Vecteezy">
            <a:extLst>
              <a:ext uri="{FF2B5EF4-FFF2-40B4-BE49-F238E27FC236}">
                <a16:creationId xmlns:a16="http://schemas.microsoft.com/office/drawing/2014/main" id="{D8B02DDE-ABD4-6646-23F1-D1AB375FD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962" b="-1"/>
          <a:stretch>
            <a:fillRect/>
          </a:stretch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7244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E3D7C6-8886-EDD6-5212-239C1E80A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US" sz="4100" b="1"/>
              <a:t>Architecture &amp; Design</a:t>
            </a:r>
            <a:br>
              <a:rPr lang="en-US" sz="4100" b="1"/>
            </a:br>
            <a:endParaRPr lang="en-US" sz="4100"/>
          </a:p>
        </p:txBody>
      </p:sp>
      <p:pic>
        <p:nvPicPr>
          <p:cNvPr id="4" name="Picture 10" descr="Red theatre curtains 26992172 Stock Photo at Vecteezy">
            <a:extLst>
              <a:ext uri="{FF2B5EF4-FFF2-40B4-BE49-F238E27FC236}">
                <a16:creationId xmlns:a16="http://schemas.microsoft.com/office/drawing/2014/main" id="{6A68296D-A59F-3B14-9AC1-988DFAC1A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466" b="-1"/>
          <a:stretch>
            <a:fillRect/>
          </a:stretch>
        </p:blipFill>
        <p:spPr bwMode="auto"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2416D-30D6-9BA5-F4A1-1627B47AA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/>
              <a:t>Content:</a:t>
            </a:r>
            <a:r>
              <a:rPr lang="en-US" sz="2000"/>
              <a:t> </a:t>
            </a:r>
          </a:p>
          <a:p>
            <a:r>
              <a:rPr lang="en-US" sz="2000"/>
              <a:t>Frontend: React SPA</a:t>
            </a:r>
          </a:p>
          <a:p>
            <a:r>
              <a:rPr lang="en-US" sz="2000"/>
              <a:t>Backend: REST API (Node.js/Express)</a:t>
            </a:r>
          </a:p>
          <a:p>
            <a:r>
              <a:rPr lang="en-US" sz="2000"/>
              <a:t>Database: MongoDB / SQL</a:t>
            </a:r>
          </a:p>
          <a:p>
            <a:r>
              <a:rPr lang="en-US" sz="2000"/>
              <a:t>Content Management: Scripts or admin tools</a:t>
            </a:r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46861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E09132-531B-8CDD-C961-8E7A8471E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 sz="4100" b="1"/>
              <a:t>Implementation Highlights</a:t>
            </a:r>
            <a:br>
              <a:rPr lang="en-US" sz="4100" b="1"/>
            </a:br>
            <a:endParaRPr lang="en-US" sz="41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7AE15-6D4D-C981-B16E-05514DD12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/>
              <a:t>Content:</a:t>
            </a:r>
            <a:r>
              <a:rPr lang="en-US" sz="2000"/>
              <a:t> </a:t>
            </a:r>
          </a:p>
          <a:p>
            <a:r>
              <a:rPr lang="en-US" sz="2000"/>
              <a:t>Content scraping and API integration</a:t>
            </a:r>
          </a:p>
          <a:p>
            <a:r>
              <a:rPr lang="en-US" sz="2000"/>
              <a:t>Intuitive user experience</a:t>
            </a:r>
          </a:p>
          <a:p>
            <a:r>
              <a:rPr lang="en-US" sz="2000"/>
              <a:t>Security: authentication &amp; data protection</a:t>
            </a:r>
          </a:p>
          <a:p>
            <a:r>
              <a:rPr lang="en-US" sz="2000"/>
              <a:t>Deployment: Cloud hosting, Docker, CI/CD</a:t>
            </a:r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4" name="Picture 10" descr="Red theatre curtains 26992172 Stock Photo at Vecteezy">
            <a:extLst>
              <a:ext uri="{FF2B5EF4-FFF2-40B4-BE49-F238E27FC236}">
                <a16:creationId xmlns:a16="http://schemas.microsoft.com/office/drawing/2014/main" id="{F77DBA2C-08F8-3227-224A-3D6FD7787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962" b="-1"/>
          <a:stretch>
            <a:fillRect/>
          </a:stretch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2762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884716-09AB-F58C-D210-D5BD09D0E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US" sz="4100" b="1"/>
              <a:t>Challenges &amp; Solutions</a:t>
            </a:r>
            <a:br>
              <a:rPr lang="en-US" sz="4100" b="1"/>
            </a:br>
            <a:endParaRPr lang="en-US" sz="4100"/>
          </a:p>
        </p:txBody>
      </p:sp>
      <p:pic>
        <p:nvPicPr>
          <p:cNvPr id="4" name="Picture 10" descr="Red theatre curtains 26992172 Stock Photo at Vecteezy">
            <a:extLst>
              <a:ext uri="{FF2B5EF4-FFF2-40B4-BE49-F238E27FC236}">
                <a16:creationId xmlns:a16="http://schemas.microsoft.com/office/drawing/2014/main" id="{957CA773-6B34-11AD-3ADD-F282D7771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466" b="-1"/>
          <a:stretch>
            <a:fillRect/>
          </a:stretch>
        </p:blipFill>
        <p:spPr bwMode="auto"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BECA1-4316-BFEE-D2EE-B23313335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/>
              <a:t>Content:</a:t>
            </a:r>
            <a:r>
              <a:rPr lang="en-US" sz="2000"/>
              <a:t> </a:t>
            </a:r>
          </a:p>
          <a:p>
            <a:r>
              <a:rPr lang="en-US" sz="2000"/>
              <a:t>Content Licensing &amp; Rights</a:t>
            </a:r>
          </a:p>
          <a:p>
            <a:r>
              <a:rPr lang="en-US" sz="2000"/>
              <a:t>Source Reliability &amp; Broken Links</a:t>
            </a:r>
          </a:p>
          <a:p>
            <a:r>
              <a:rPr lang="en-US" sz="2000"/>
              <a:t>Scalability for growth</a:t>
            </a:r>
          </a:p>
          <a:p>
            <a:r>
              <a:rPr lang="en-US" sz="2000"/>
              <a:t>Performance Optimization</a:t>
            </a:r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063932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D3311-0B25-6F7E-B1A4-CC1CC138E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Future Roadmap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EE183-DFB7-71CE-E201-00829EE44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Content:</a:t>
            </a:r>
            <a:r>
              <a:rPr lang="en-US" dirty="0"/>
              <a:t> </a:t>
            </a:r>
          </a:p>
          <a:p>
            <a:r>
              <a:rPr lang="en-US" dirty="0"/>
              <a:t>Personalized Recommendations</a:t>
            </a:r>
          </a:p>
          <a:p>
            <a:r>
              <a:rPr lang="en-US" dirty="0"/>
              <a:t>Multi-language Support</a:t>
            </a:r>
          </a:p>
          <a:p>
            <a:r>
              <a:rPr lang="en-US" dirty="0"/>
              <a:t>Offline Viewing Options</a:t>
            </a:r>
          </a:p>
          <a:p>
            <a:r>
              <a:rPr lang="en-US" dirty="0"/>
              <a:t>Mobile App Development</a:t>
            </a:r>
          </a:p>
          <a:p>
            <a:endParaRPr lang="en-US" dirty="0"/>
          </a:p>
        </p:txBody>
      </p:sp>
      <p:pic>
        <p:nvPicPr>
          <p:cNvPr id="4" name="Picture 10" descr="Red theatre curtains 26992172 Stock Photo at Vecteezy">
            <a:extLst>
              <a:ext uri="{FF2B5EF4-FFF2-40B4-BE49-F238E27FC236}">
                <a16:creationId xmlns:a16="http://schemas.microsoft.com/office/drawing/2014/main" id="{F0DD0994-3257-593C-6E5F-B28848BAD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962" b="-1"/>
          <a:stretch>
            <a:fillRect/>
          </a:stretch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1418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66420-7BD8-C5B9-490E-494DFB7F8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US" b="1"/>
              <a:t>Conclusion</a:t>
            </a:r>
            <a:br>
              <a:rPr lang="en-US" b="1"/>
            </a:br>
            <a:endParaRPr lang="en-US" dirty="0"/>
          </a:p>
        </p:txBody>
      </p:sp>
      <p:pic>
        <p:nvPicPr>
          <p:cNvPr id="6" name="Picture 10" descr="Red theatre curtains 26992172 Stock Photo at Vecteezy">
            <a:extLst>
              <a:ext uri="{FF2B5EF4-FFF2-40B4-BE49-F238E27FC236}">
                <a16:creationId xmlns:a16="http://schemas.microsoft.com/office/drawing/2014/main" id="{37DB6656-1D22-025D-E1E3-17FCAD481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466" b="-1"/>
          <a:stretch>
            <a:fillRect/>
          </a:stretch>
        </p:blipFill>
        <p:spPr bwMode="auto"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6BA20-4770-4B7F-EA43-1567CB4A2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Content:</a:t>
            </a:r>
            <a:r>
              <a:rPr lang="en-US" sz="2000" dirty="0"/>
              <a:t> </a:t>
            </a:r>
          </a:p>
          <a:p>
            <a:r>
              <a:rPr lang="en-US" sz="2000" dirty="0"/>
              <a:t>Fusion Hub aims to be the ultimate entertainment platform</a:t>
            </a:r>
          </a:p>
          <a:p>
            <a:r>
              <a:rPr lang="en-US" sz="2000" dirty="0"/>
              <a:t>Open to contributions and improvements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3675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248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Fusion Hub  Movies &amp; TV Series</vt:lpstr>
      <vt:lpstr>Introduction </vt:lpstr>
      <vt:lpstr>Project Details</vt:lpstr>
      <vt:lpstr>Features </vt:lpstr>
      <vt:lpstr>Additional Features </vt:lpstr>
      <vt:lpstr>Architecture &amp; Design </vt:lpstr>
      <vt:lpstr>Implementation Highlights </vt:lpstr>
      <vt:lpstr>Challenges &amp; Solutions </vt:lpstr>
      <vt:lpstr>Future Roadmap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Darren van der Velde</dc:creator>
  <cp:lastModifiedBy>Darren van der Velde</cp:lastModifiedBy>
  <cp:revision>1</cp:revision>
  <dcterms:created xsi:type="dcterms:W3CDTF">2026-02-03T12:08:07Z</dcterms:created>
  <dcterms:modified xsi:type="dcterms:W3CDTF">2026-02-03T12:30:30Z</dcterms:modified>
</cp:coreProperties>
</file>